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5" r:id="rId6"/>
    <p:sldId id="260" r:id="rId7"/>
    <p:sldId id="261" r:id="rId8"/>
    <p:sldId id="266" r:id="rId9"/>
    <p:sldId id="262" r:id="rId10"/>
    <p:sldId id="263" r:id="rId11"/>
    <p:sldId id="264"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8F25607-9D3B-4749-BB17-984A0A803696}" v="17" dt="2025-11-19T19:36:23.21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6" d="100"/>
          <a:sy n="76" d="100"/>
        </p:scale>
        <p:origin x="43"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reyansh Rajput" userId="6fbd20f24460ab00" providerId="LiveId" clId="{62ED652A-A71A-4CBC-961A-A28A487F5F21}"/>
    <pc:docChg chg="undo custSel addSld modSld">
      <pc:chgData name="Shreyansh Rajput" userId="6fbd20f24460ab00" providerId="LiveId" clId="{62ED652A-A71A-4CBC-961A-A28A487F5F21}" dt="2025-11-19T19:41:15.896" v="771" actId="20577"/>
      <pc:docMkLst>
        <pc:docMk/>
      </pc:docMkLst>
      <pc:sldChg chg="modSp mod">
        <pc:chgData name="Shreyansh Rajput" userId="6fbd20f24460ab00" providerId="LiveId" clId="{62ED652A-A71A-4CBC-961A-A28A487F5F21}" dt="2025-11-19T18:45:25.664" v="111" actId="20577"/>
        <pc:sldMkLst>
          <pc:docMk/>
          <pc:sldMk cId="380237416" sldId="256"/>
        </pc:sldMkLst>
        <pc:spChg chg="mod">
          <ac:chgData name="Shreyansh Rajput" userId="6fbd20f24460ab00" providerId="LiveId" clId="{62ED652A-A71A-4CBC-961A-A28A487F5F21}" dt="2025-11-19T18:44:55.507" v="21" actId="20577"/>
          <ac:spMkLst>
            <pc:docMk/>
            <pc:sldMk cId="380237416" sldId="256"/>
            <ac:spMk id="2" creationId="{874FB14B-13FD-63D0-B558-FA2B9FA1B8F9}"/>
          </ac:spMkLst>
        </pc:spChg>
        <pc:spChg chg="mod">
          <ac:chgData name="Shreyansh Rajput" userId="6fbd20f24460ab00" providerId="LiveId" clId="{62ED652A-A71A-4CBC-961A-A28A487F5F21}" dt="2025-11-19T18:45:25.664" v="111" actId="20577"/>
          <ac:spMkLst>
            <pc:docMk/>
            <pc:sldMk cId="380237416" sldId="256"/>
            <ac:spMk id="3" creationId="{33DAA6DE-3B6C-1A2F-6135-52EEA7D16507}"/>
          </ac:spMkLst>
        </pc:spChg>
        <pc:spChg chg="mod">
          <ac:chgData name="Shreyansh Rajput" userId="6fbd20f24460ab00" providerId="LiveId" clId="{62ED652A-A71A-4CBC-961A-A28A487F5F21}" dt="2025-11-19T18:45:05.125" v="47" actId="20577"/>
          <ac:spMkLst>
            <pc:docMk/>
            <pc:sldMk cId="380237416" sldId="256"/>
            <ac:spMk id="4" creationId="{8265C3A1-7DE8-FF2B-D7D7-6CB2859C63C2}"/>
          </ac:spMkLst>
        </pc:spChg>
      </pc:sldChg>
      <pc:sldChg chg="modSp mod">
        <pc:chgData name="Shreyansh Rajput" userId="6fbd20f24460ab00" providerId="LiveId" clId="{62ED652A-A71A-4CBC-961A-A28A487F5F21}" dt="2025-11-19T19:37:30.445" v="722" actId="20577"/>
        <pc:sldMkLst>
          <pc:docMk/>
          <pc:sldMk cId="2878976597" sldId="258"/>
        </pc:sldMkLst>
        <pc:spChg chg="mod">
          <ac:chgData name="Shreyansh Rajput" userId="6fbd20f24460ab00" providerId="LiveId" clId="{62ED652A-A71A-4CBC-961A-A28A487F5F21}" dt="2025-11-19T19:37:30.445" v="722" actId="20577"/>
          <ac:spMkLst>
            <pc:docMk/>
            <pc:sldMk cId="2878976597" sldId="258"/>
            <ac:spMk id="3" creationId="{E031CBD1-1236-BD10-F9B4-E2675BA38ED1}"/>
          </ac:spMkLst>
        </pc:spChg>
      </pc:sldChg>
      <pc:sldChg chg="modSp mod">
        <pc:chgData name="Shreyansh Rajput" userId="6fbd20f24460ab00" providerId="LiveId" clId="{62ED652A-A71A-4CBC-961A-A28A487F5F21}" dt="2025-11-19T19:40:20.284" v="751" actId="20577"/>
        <pc:sldMkLst>
          <pc:docMk/>
          <pc:sldMk cId="310308161" sldId="259"/>
        </pc:sldMkLst>
        <pc:spChg chg="mod">
          <ac:chgData name="Shreyansh Rajput" userId="6fbd20f24460ab00" providerId="LiveId" clId="{62ED652A-A71A-4CBC-961A-A28A487F5F21}" dt="2025-11-19T19:40:20.284" v="751" actId="20577"/>
          <ac:spMkLst>
            <pc:docMk/>
            <pc:sldMk cId="310308161" sldId="259"/>
            <ac:spMk id="3" creationId="{7485F665-7E3B-0A75-0EE5-8FA0D35D261D}"/>
          </ac:spMkLst>
        </pc:spChg>
      </pc:sldChg>
      <pc:sldChg chg="modSp mod">
        <pc:chgData name="Shreyansh Rajput" userId="6fbd20f24460ab00" providerId="LiveId" clId="{62ED652A-A71A-4CBC-961A-A28A487F5F21}" dt="2025-11-19T19:02:07.763" v="614"/>
        <pc:sldMkLst>
          <pc:docMk/>
          <pc:sldMk cId="2374707807" sldId="260"/>
        </pc:sldMkLst>
        <pc:spChg chg="mod">
          <ac:chgData name="Shreyansh Rajput" userId="6fbd20f24460ab00" providerId="LiveId" clId="{62ED652A-A71A-4CBC-961A-A28A487F5F21}" dt="2025-11-19T19:02:07.763" v="614"/>
          <ac:spMkLst>
            <pc:docMk/>
            <pc:sldMk cId="2374707807" sldId="260"/>
            <ac:spMk id="3" creationId="{CB024CC5-00AF-876C-F7CA-146754384CB0}"/>
          </ac:spMkLst>
        </pc:spChg>
      </pc:sldChg>
      <pc:sldChg chg="modSp mod">
        <pc:chgData name="Shreyansh Rajput" userId="6fbd20f24460ab00" providerId="LiveId" clId="{62ED652A-A71A-4CBC-961A-A28A487F5F21}" dt="2025-11-19T19:38:57.380" v="740" actId="20577"/>
        <pc:sldMkLst>
          <pc:docMk/>
          <pc:sldMk cId="1077724860" sldId="261"/>
        </pc:sldMkLst>
        <pc:spChg chg="mod">
          <ac:chgData name="Shreyansh Rajput" userId="6fbd20f24460ab00" providerId="LiveId" clId="{62ED652A-A71A-4CBC-961A-A28A487F5F21}" dt="2025-11-19T19:38:57.380" v="740" actId="20577"/>
          <ac:spMkLst>
            <pc:docMk/>
            <pc:sldMk cId="1077724860" sldId="261"/>
            <ac:spMk id="3" creationId="{F7E7EF98-E6AD-70D5-2BE9-3A859F15DFF4}"/>
          </ac:spMkLst>
        </pc:spChg>
      </pc:sldChg>
      <pc:sldChg chg="modSp mod">
        <pc:chgData name="Shreyansh Rajput" userId="6fbd20f24460ab00" providerId="LiveId" clId="{62ED652A-A71A-4CBC-961A-A28A487F5F21}" dt="2025-11-19T19:05:50.372" v="655" actId="12"/>
        <pc:sldMkLst>
          <pc:docMk/>
          <pc:sldMk cId="3547097812" sldId="262"/>
        </pc:sldMkLst>
        <pc:spChg chg="mod">
          <ac:chgData name="Shreyansh Rajput" userId="6fbd20f24460ab00" providerId="LiveId" clId="{62ED652A-A71A-4CBC-961A-A28A487F5F21}" dt="2025-11-19T19:05:50.372" v="655" actId="12"/>
          <ac:spMkLst>
            <pc:docMk/>
            <pc:sldMk cId="3547097812" sldId="262"/>
            <ac:spMk id="3" creationId="{CE3E25AA-71BA-D0F6-3993-32491BD06DD7}"/>
          </ac:spMkLst>
        </pc:spChg>
      </pc:sldChg>
      <pc:sldChg chg="modSp mod">
        <pc:chgData name="Shreyansh Rajput" userId="6fbd20f24460ab00" providerId="LiveId" clId="{62ED652A-A71A-4CBC-961A-A28A487F5F21}" dt="2025-11-19T19:07:14.983" v="687" actId="5793"/>
        <pc:sldMkLst>
          <pc:docMk/>
          <pc:sldMk cId="2724917500" sldId="263"/>
        </pc:sldMkLst>
        <pc:spChg chg="mod">
          <ac:chgData name="Shreyansh Rajput" userId="6fbd20f24460ab00" providerId="LiveId" clId="{62ED652A-A71A-4CBC-961A-A28A487F5F21}" dt="2025-11-19T19:07:14.983" v="687" actId="5793"/>
          <ac:spMkLst>
            <pc:docMk/>
            <pc:sldMk cId="2724917500" sldId="263"/>
            <ac:spMk id="3" creationId="{A6188C38-4C0A-7C78-2FF6-39EB62252E81}"/>
          </ac:spMkLst>
        </pc:spChg>
      </pc:sldChg>
      <pc:sldChg chg="addSp delSp modSp new mod">
        <pc:chgData name="Shreyansh Rajput" userId="6fbd20f24460ab00" providerId="LiveId" clId="{62ED652A-A71A-4CBC-961A-A28A487F5F21}" dt="2025-11-19T19:41:15.896" v="771" actId="20577"/>
        <pc:sldMkLst>
          <pc:docMk/>
          <pc:sldMk cId="2959735224" sldId="265"/>
        </pc:sldMkLst>
        <pc:spChg chg="del">
          <ac:chgData name="Shreyansh Rajput" userId="6fbd20f24460ab00" providerId="LiveId" clId="{62ED652A-A71A-4CBC-961A-A28A487F5F21}" dt="2025-11-19T19:01:31.665" v="567" actId="478"/>
          <ac:spMkLst>
            <pc:docMk/>
            <pc:sldMk cId="2959735224" sldId="265"/>
            <ac:spMk id="2" creationId="{86A2B744-205F-759E-A454-8B86EC4E78BA}"/>
          </ac:spMkLst>
        </pc:spChg>
        <pc:spChg chg="mod">
          <ac:chgData name="Shreyansh Rajput" userId="6fbd20f24460ab00" providerId="LiveId" clId="{62ED652A-A71A-4CBC-961A-A28A487F5F21}" dt="2025-11-19T19:41:15.896" v="771" actId="20577"/>
          <ac:spMkLst>
            <pc:docMk/>
            <pc:sldMk cId="2959735224" sldId="265"/>
            <ac:spMk id="3" creationId="{89E77DEE-34C0-BC61-41EA-4C03F37FD3B2}"/>
          </ac:spMkLst>
        </pc:spChg>
        <pc:spChg chg="add del mod">
          <ac:chgData name="Shreyansh Rajput" userId="6fbd20f24460ab00" providerId="LiveId" clId="{62ED652A-A71A-4CBC-961A-A28A487F5F21}" dt="2025-11-19T19:01:27.151" v="566" actId="478"/>
          <ac:spMkLst>
            <pc:docMk/>
            <pc:sldMk cId="2959735224" sldId="265"/>
            <ac:spMk id="5" creationId="{A406BD33-F2B6-50C9-6D5D-924D93DD1CF9}"/>
          </ac:spMkLst>
        </pc:spChg>
      </pc:sldChg>
      <pc:sldChg chg="addSp delSp modSp new mod modClrScheme chgLayout">
        <pc:chgData name="Shreyansh Rajput" userId="6fbd20f24460ab00" providerId="LiveId" clId="{62ED652A-A71A-4CBC-961A-A28A487F5F21}" dt="2025-11-19T19:38:38.509" v="738" actId="1035"/>
        <pc:sldMkLst>
          <pc:docMk/>
          <pc:sldMk cId="425973452" sldId="266"/>
        </pc:sldMkLst>
        <pc:spChg chg="add del mod">
          <ac:chgData name="Shreyansh Rajput" userId="6fbd20f24460ab00" providerId="LiveId" clId="{62ED652A-A71A-4CBC-961A-A28A487F5F21}" dt="2025-11-19T19:07:44.117" v="688" actId="478"/>
          <ac:spMkLst>
            <pc:docMk/>
            <pc:sldMk cId="425973452" sldId="266"/>
            <ac:spMk id="2" creationId="{F22C8727-5FBB-6C58-91F9-F901E2213EF0}"/>
          </ac:spMkLst>
        </pc:spChg>
        <pc:spChg chg="add del mod">
          <ac:chgData name="Shreyansh Rajput" userId="6fbd20f24460ab00" providerId="LiveId" clId="{62ED652A-A71A-4CBC-961A-A28A487F5F21}" dt="2025-11-19T19:17:10.043" v="694" actId="478"/>
          <ac:spMkLst>
            <pc:docMk/>
            <pc:sldMk cId="425973452" sldId="266"/>
            <ac:spMk id="3" creationId="{7573733B-C3EF-76D7-2A6C-9A3547D7FC8F}"/>
          </ac:spMkLst>
        </pc:spChg>
        <pc:spChg chg="add del mod">
          <ac:chgData name="Shreyansh Rajput" userId="6fbd20f24460ab00" providerId="LiveId" clId="{62ED652A-A71A-4CBC-961A-A28A487F5F21}" dt="2025-11-19T19:17:10.043" v="694" actId="478"/>
          <ac:spMkLst>
            <pc:docMk/>
            <pc:sldMk cId="425973452" sldId="266"/>
            <ac:spMk id="4" creationId="{E8D3CF20-A3CF-BB86-3A3E-6404A6718BEE}"/>
          </ac:spMkLst>
        </pc:spChg>
        <pc:spChg chg="add mod">
          <ac:chgData name="Shreyansh Rajput" userId="6fbd20f24460ab00" providerId="LiveId" clId="{62ED652A-A71A-4CBC-961A-A28A487F5F21}" dt="2025-11-19T19:17:05.129" v="693" actId="478"/>
          <ac:spMkLst>
            <pc:docMk/>
            <pc:sldMk cId="425973452" sldId="266"/>
            <ac:spMk id="5" creationId="{57A0D05B-9B16-7E3A-405E-893359886E89}"/>
          </ac:spMkLst>
        </pc:spChg>
        <pc:picChg chg="add del mod ord">
          <ac:chgData name="Shreyansh Rajput" userId="6fbd20f24460ab00" providerId="LiveId" clId="{62ED652A-A71A-4CBC-961A-A28A487F5F21}" dt="2025-11-19T19:28:41.581" v="705" actId="478"/>
          <ac:picMkLst>
            <pc:docMk/>
            <pc:sldMk cId="425973452" sldId="266"/>
            <ac:picMk id="7" creationId="{C2818548-26FD-A882-7A99-01A47243FB7F}"/>
          </ac:picMkLst>
        </pc:picChg>
        <pc:picChg chg="add del ord">
          <ac:chgData name="Shreyansh Rajput" userId="6fbd20f24460ab00" providerId="LiveId" clId="{62ED652A-A71A-4CBC-961A-A28A487F5F21}" dt="2025-11-19T19:29:07.057" v="708" actId="478"/>
          <ac:picMkLst>
            <pc:docMk/>
            <pc:sldMk cId="425973452" sldId="266"/>
            <ac:picMk id="9" creationId="{0E796C72-43BE-8174-8B62-393393356672}"/>
          </ac:picMkLst>
        </pc:picChg>
        <pc:picChg chg="add mod ord">
          <ac:chgData name="Shreyansh Rajput" userId="6fbd20f24460ab00" providerId="LiveId" clId="{62ED652A-A71A-4CBC-961A-A28A487F5F21}" dt="2025-11-19T19:38:38.509" v="738" actId="1035"/>
          <ac:picMkLst>
            <pc:docMk/>
            <pc:sldMk cId="425973452" sldId="266"/>
            <ac:picMk id="11" creationId="{3E69751B-0B05-10AE-ADC3-0AC806BE3B47}"/>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7369E-1D01-4E18-A41B-972E5282A52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D7ACB01-ADDD-13C8-7D78-4FD47D1E316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7C7438D-EA18-361E-D59E-1533772630BF}"/>
              </a:ext>
            </a:extLst>
          </p:cNvPr>
          <p:cNvSpPr>
            <a:spLocks noGrp="1"/>
          </p:cNvSpPr>
          <p:nvPr>
            <p:ph type="dt" sz="half" idx="10"/>
          </p:nvPr>
        </p:nvSpPr>
        <p:spPr/>
        <p:txBody>
          <a:bodyPr/>
          <a:lstStyle/>
          <a:p>
            <a:fld id="{A7FACB4A-C46D-47C8-95BF-463F9F428625}" type="datetimeFigureOut">
              <a:rPr lang="en-IN" smtClean="0"/>
              <a:t>20-11-2025</a:t>
            </a:fld>
            <a:endParaRPr lang="en-IN"/>
          </a:p>
        </p:txBody>
      </p:sp>
      <p:sp>
        <p:nvSpPr>
          <p:cNvPr id="5" name="Footer Placeholder 4">
            <a:extLst>
              <a:ext uri="{FF2B5EF4-FFF2-40B4-BE49-F238E27FC236}">
                <a16:creationId xmlns:a16="http://schemas.microsoft.com/office/drawing/2014/main" id="{250E2FD9-74C2-C9B0-1BDC-57B92DCB664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9E74D17-63FA-E32E-A58E-466459435599}"/>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10500813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BA9A7-DC78-3CB3-7F00-929E421E9B4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28F4783-8B8F-B836-F68D-81BDF16A16E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EFE82BE-60AE-D797-7868-81B8EF463DFF}"/>
              </a:ext>
            </a:extLst>
          </p:cNvPr>
          <p:cNvSpPr>
            <a:spLocks noGrp="1"/>
          </p:cNvSpPr>
          <p:nvPr>
            <p:ph type="dt" sz="half" idx="10"/>
          </p:nvPr>
        </p:nvSpPr>
        <p:spPr/>
        <p:txBody>
          <a:bodyPr/>
          <a:lstStyle/>
          <a:p>
            <a:fld id="{A7FACB4A-C46D-47C8-95BF-463F9F428625}" type="datetimeFigureOut">
              <a:rPr lang="en-IN" smtClean="0"/>
              <a:t>20-11-2025</a:t>
            </a:fld>
            <a:endParaRPr lang="en-IN"/>
          </a:p>
        </p:txBody>
      </p:sp>
      <p:sp>
        <p:nvSpPr>
          <p:cNvPr id="5" name="Footer Placeholder 4">
            <a:extLst>
              <a:ext uri="{FF2B5EF4-FFF2-40B4-BE49-F238E27FC236}">
                <a16:creationId xmlns:a16="http://schemas.microsoft.com/office/drawing/2014/main" id="{6DD90722-9270-7EDB-981C-B923AA08C77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99E6731-DBE6-4F74-E2CF-7659DBC87CF8}"/>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27092427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B8AFF-E64A-AF8D-BBC2-E5AB945B44F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9ACB9A4-3B4F-7FE6-9B28-F5EF72B2577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4CA73C0-5E6E-B28A-6C22-06D9AC4726BF}"/>
              </a:ext>
            </a:extLst>
          </p:cNvPr>
          <p:cNvSpPr>
            <a:spLocks noGrp="1"/>
          </p:cNvSpPr>
          <p:nvPr>
            <p:ph type="dt" sz="half" idx="10"/>
          </p:nvPr>
        </p:nvSpPr>
        <p:spPr/>
        <p:txBody>
          <a:bodyPr/>
          <a:lstStyle/>
          <a:p>
            <a:fld id="{A7FACB4A-C46D-47C8-95BF-463F9F428625}" type="datetimeFigureOut">
              <a:rPr lang="en-IN" smtClean="0"/>
              <a:t>20-11-2025</a:t>
            </a:fld>
            <a:endParaRPr lang="en-IN"/>
          </a:p>
        </p:txBody>
      </p:sp>
      <p:sp>
        <p:nvSpPr>
          <p:cNvPr id="5" name="Footer Placeholder 4">
            <a:extLst>
              <a:ext uri="{FF2B5EF4-FFF2-40B4-BE49-F238E27FC236}">
                <a16:creationId xmlns:a16="http://schemas.microsoft.com/office/drawing/2014/main" id="{4C49FA3B-4073-0F86-8AC8-81E0E4C3EB6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EF5269F-612E-B784-B48A-95AA07910739}"/>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261024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D166B-106E-C76B-9CE8-1B9A4AE5C71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843AF0E-E8F2-1B19-B65C-0E1CC0813A3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6CFFB13-732B-DEF8-DBEC-5F73E2395FD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A273C03-C9D7-F051-B57E-8DA06873D419}"/>
              </a:ext>
            </a:extLst>
          </p:cNvPr>
          <p:cNvSpPr>
            <a:spLocks noGrp="1"/>
          </p:cNvSpPr>
          <p:nvPr>
            <p:ph type="dt" sz="half" idx="10"/>
          </p:nvPr>
        </p:nvSpPr>
        <p:spPr/>
        <p:txBody>
          <a:bodyPr/>
          <a:lstStyle/>
          <a:p>
            <a:fld id="{A7FACB4A-C46D-47C8-95BF-463F9F428625}" type="datetimeFigureOut">
              <a:rPr lang="en-IN" smtClean="0"/>
              <a:t>20-11-2025</a:t>
            </a:fld>
            <a:endParaRPr lang="en-IN"/>
          </a:p>
        </p:txBody>
      </p:sp>
      <p:sp>
        <p:nvSpPr>
          <p:cNvPr id="6" name="Footer Placeholder 5">
            <a:extLst>
              <a:ext uri="{FF2B5EF4-FFF2-40B4-BE49-F238E27FC236}">
                <a16:creationId xmlns:a16="http://schemas.microsoft.com/office/drawing/2014/main" id="{F25D1B14-3A56-41BB-4E4A-4735998ADAD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4854A9C-028F-0B55-463A-1087581A98A1}"/>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8579032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166EC-9430-6B3D-E0CE-0A71B38A96B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1E26AD1-F80A-C09B-B640-E65D99E68F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0C293B4-0027-A04C-BA3E-441C93A1D84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A4E42C3-BCA9-FB95-D8DC-7F3044ADD36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7C8EFB4-7BB2-F8E3-21FC-7E4A10DFDE9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7B1C773-744A-FCD3-C078-3DC992C321D2}"/>
              </a:ext>
            </a:extLst>
          </p:cNvPr>
          <p:cNvSpPr>
            <a:spLocks noGrp="1"/>
          </p:cNvSpPr>
          <p:nvPr>
            <p:ph type="dt" sz="half" idx="10"/>
          </p:nvPr>
        </p:nvSpPr>
        <p:spPr/>
        <p:txBody>
          <a:bodyPr/>
          <a:lstStyle/>
          <a:p>
            <a:fld id="{A7FACB4A-C46D-47C8-95BF-463F9F428625}" type="datetimeFigureOut">
              <a:rPr lang="en-IN" smtClean="0"/>
              <a:t>20-11-2025</a:t>
            </a:fld>
            <a:endParaRPr lang="en-IN"/>
          </a:p>
        </p:txBody>
      </p:sp>
      <p:sp>
        <p:nvSpPr>
          <p:cNvPr id="8" name="Footer Placeholder 7">
            <a:extLst>
              <a:ext uri="{FF2B5EF4-FFF2-40B4-BE49-F238E27FC236}">
                <a16:creationId xmlns:a16="http://schemas.microsoft.com/office/drawing/2014/main" id="{55F26583-570F-F397-D583-9963BD0D010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3F8FC52-BDE3-9E21-7004-9001CC624A20}"/>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1487644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917DB-BC11-A965-7D47-A83062720EC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F559EBB-66AC-0A22-FB25-AA24D188299F}"/>
              </a:ext>
            </a:extLst>
          </p:cNvPr>
          <p:cNvSpPr>
            <a:spLocks noGrp="1"/>
          </p:cNvSpPr>
          <p:nvPr>
            <p:ph type="dt" sz="half" idx="10"/>
          </p:nvPr>
        </p:nvSpPr>
        <p:spPr/>
        <p:txBody>
          <a:bodyPr/>
          <a:lstStyle/>
          <a:p>
            <a:fld id="{A7FACB4A-C46D-47C8-95BF-463F9F428625}" type="datetimeFigureOut">
              <a:rPr lang="en-IN" smtClean="0"/>
              <a:t>20-11-2025</a:t>
            </a:fld>
            <a:endParaRPr lang="en-IN"/>
          </a:p>
        </p:txBody>
      </p:sp>
      <p:sp>
        <p:nvSpPr>
          <p:cNvPr id="4" name="Footer Placeholder 3">
            <a:extLst>
              <a:ext uri="{FF2B5EF4-FFF2-40B4-BE49-F238E27FC236}">
                <a16:creationId xmlns:a16="http://schemas.microsoft.com/office/drawing/2014/main" id="{EF21C889-A42D-7ECD-6189-48F6199C523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33D6C85-1A5C-85A2-D47F-73050C49CBA1}"/>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9207323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E56DA96-DA53-0AED-0F58-E803782E3196}"/>
              </a:ext>
            </a:extLst>
          </p:cNvPr>
          <p:cNvSpPr>
            <a:spLocks noGrp="1"/>
          </p:cNvSpPr>
          <p:nvPr>
            <p:ph type="dt" sz="half" idx="10"/>
          </p:nvPr>
        </p:nvSpPr>
        <p:spPr/>
        <p:txBody>
          <a:bodyPr/>
          <a:lstStyle/>
          <a:p>
            <a:fld id="{A7FACB4A-C46D-47C8-95BF-463F9F428625}" type="datetimeFigureOut">
              <a:rPr lang="en-IN" smtClean="0"/>
              <a:t>20-11-2025</a:t>
            </a:fld>
            <a:endParaRPr lang="en-IN"/>
          </a:p>
        </p:txBody>
      </p:sp>
      <p:sp>
        <p:nvSpPr>
          <p:cNvPr id="3" name="Footer Placeholder 2">
            <a:extLst>
              <a:ext uri="{FF2B5EF4-FFF2-40B4-BE49-F238E27FC236}">
                <a16:creationId xmlns:a16="http://schemas.microsoft.com/office/drawing/2014/main" id="{528408AC-42F9-A3E6-20C6-19B6AFB04FF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0579749-EC75-7164-FBE8-61C5FD951927}"/>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3012355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FBE5F6-B24D-5E61-DC38-DA3F87B34E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8B0E6B7-31E9-4177-5C1F-03A7DBD36CC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6910E19-657E-B541-E036-959BA41875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CA2AEC1-909F-60C3-702B-6244A8A7DA9F}"/>
              </a:ext>
            </a:extLst>
          </p:cNvPr>
          <p:cNvSpPr>
            <a:spLocks noGrp="1"/>
          </p:cNvSpPr>
          <p:nvPr>
            <p:ph type="dt" sz="half" idx="10"/>
          </p:nvPr>
        </p:nvSpPr>
        <p:spPr/>
        <p:txBody>
          <a:bodyPr/>
          <a:lstStyle/>
          <a:p>
            <a:fld id="{A7FACB4A-C46D-47C8-95BF-463F9F428625}" type="datetimeFigureOut">
              <a:rPr lang="en-IN" smtClean="0"/>
              <a:t>20-11-2025</a:t>
            </a:fld>
            <a:endParaRPr lang="en-IN"/>
          </a:p>
        </p:txBody>
      </p:sp>
      <p:sp>
        <p:nvSpPr>
          <p:cNvPr id="6" name="Footer Placeholder 5">
            <a:extLst>
              <a:ext uri="{FF2B5EF4-FFF2-40B4-BE49-F238E27FC236}">
                <a16:creationId xmlns:a16="http://schemas.microsoft.com/office/drawing/2014/main" id="{C9E9E6BA-2E7B-3E57-2F0C-5F2FD17199B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9B71D75-64B2-1389-FADB-ED9520B8A949}"/>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13174431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1262D-CF25-FD3A-5B0C-AFA7F0A7DB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9C1E524-18D7-464E-3F34-14CBF4862EA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E712348-99C4-F005-5D92-24A299F993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C898F6-D595-1FDE-2158-79E6686C822F}"/>
              </a:ext>
            </a:extLst>
          </p:cNvPr>
          <p:cNvSpPr>
            <a:spLocks noGrp="1"/>
          </p:cNvSpPr>
          <p:nvPr>
            <p:ph type="dt" sz="half" idx="10"/>
          </p:nvPr>
        </p:nvSpPr>
        <p:spPr/>
        <p:txBody>
          <a:bodyPr/>
          <a:lstStyle/>
          <a:p>
            <a:fld id="{A7FACB4A-C46D-47C8-95BF-463F9F428625}" type="datetimeFigureOut">
              <a:rPr lang="en-IN" smtClean="0"/>
              <a:t>20-11-2025</a:t>
            </a:fld>
            <a:endParaRPr lang="en-IN"/>
          </a:p>
        </p:txBody>
      </p:sp>
      <p:sp>
        <p:nvSpPr>
          <p:cNvPr id="6" name="Footer Placeholder 5">
            <a:extLst>
              <a:ext uri="{FF2B5EF4-FFF2-40B4-BE49-F238E27FC236}">
                <a16:creationId xmlns:a16="http://schemas.microsoft.com/office/drawing/2014/main" id="{D8E67F9F-625D-1107-9BCE-138B29817E1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ADC0215-9ED1-CB53-652D-46D93AD26949}"/>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1700344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EDE86-64B7-9F0A-5001-6F43A0FA6BB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237D706-8AAA-2524-04BB-26C4624206E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618E778-061C-459E-CD0C-58DCA0CF7CCD}"/>
              </a:ext>
            </a:extLst>
          </p:cNvPr>
          <p:cNvSpPr>
            <a:spLocks noGrp="1"/>
          </p:cNvSpPr>
          <p:nvPr>
            <p:ph type="dt" sz="half" idx="10"/>
          </p:nvPr>
        </p:nvSpPr>
        <p:spPr/>
        <p:txBody>
          <a:bodyPr/>
          <a:lstStyle/>
          <a:p>
            <a:fld id="{A7FACB4A-C46D-47C8-95BF-463F9F428625}" type="datetimeFigureOut">
              <a:rPr lang="en-IN" smtClean="0"/>
              <a:t>20-11-2025</a:t>
            </a:fld>
            <a:endParaRPr lang="en-IN"/>
          </a:p>
        </p:txBody>
      </p:sp>
      <p:sp>
        <p:nvSpPr>
          <p:cNvPr id="5" name="Footer Placeholder 4">
            <a:extLst>
              <a:ext uri="{FF2B5EF4-FFF2-40B4-BE49-F238E27FC236}">
                <a16:creationId xmlns:a16="http://schemas.microsoft.com/office/drawing/2014/main" id="{78AFE4EF-7849-CFF9-1385-7BDB42DF628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6DA96F9-D0E3-05A9-C32F-CCFCFCE6E658}"/>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19119486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4D04E30-06E1-5212-4B6D-25886B9C37F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71C275C-3D2D-2452-9149-89BBE7CA689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4C131ED-A5B2-3FF2-8E5C-283664ABEB81}"/>
              </a:ext>
            </a:extLst>
          </p:cNvPr>
          <p:cNvSpPr>
            <a:spLocks noGrp="1"/>
          </p:cNvSpPr>
          <p:nvPr>
            <p:ph type="dt" sz="half" idx="10"/>
          </p:nvPr>
        </p:nvSpPr>
        <p:spPr/>
        <p:txBody>
          <a:bodyPr/>
          <a:lstStyle/>
          <a:p>
            <a:fld id="{A7FACB4A-C46D-47C8-95BF-463F9F428625}" type="datetimeFigureOut">
              <a:rPr lang="en-IN" smtClean="0"/>
              <a:t>20-11-2025</a:t>
            </a:fld>
            <a:endParaRPr lang="en-IN"/>
          </a:p>
        </p:txBody>
      </p:sp>
      <p:sp>
        <p:nvSpPr>
          <p:cNvPr id="5" name="Footer Placeholder 4">
            <a:extLst>
              <a:ext uri="{FF2B5EF4-FFF2-40B4-BE49-F238E27FC236}">
                <a16:creationId xmlns:a16="http://schemas.microsoft.com/office/drawing/2014/main" id="{A61C8846-9586-A23A-3D98-740B85ED210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1D27319-B31F-9567-7E64-8BEAB1A3C6BF}"/>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0747698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279A75-0843-3E26-FA3D-7955B436DA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2FA1EE1-247A-E887-762B-4BC2DBFD357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43DF53D-E00E-7D7F-402F-506A960A97E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7FACB4A-C46D-47C8-95BF-463F9F428625}" type="datetimeFigureOut">
              <a:rPr lang="en-IN" smtClean="0"/>
              <a:t>20-11-2025</a:t>
            </a:fld>
            <a:endParaRPr lang="en-IN"/>
          </a:p>
        </p:txBody>
      </p:sp>
      <p:sp>
        <p:nvSpPr>
          <p:cNvPr id="5" name="Footer Placeholder 4">
            <a:extLst>
              <a:ext uri="{FF2B5EF4-FFF2-40B4-BE49-F238E27FC236}">
                <a16:creationId xmlns:a16="http://schemas.microsoft.com/office/drawing/2014/main" id="{EBB7DC96-5252-D529-FF28-16B0D99D0D5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16F4C6E2-66C6-AF10-CC28-03DE3A9BB6B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B2EA575-0560-4EBC-AD65-A546BB5C4677}" type="slidenum">
              <a:rPr lang="en-IN" smtClean="0"/>
              <a:t>‹#›</a:t>
            </a:fld>
            <a:endParaRPr lang="en-IN"/>
          </a:p>
        </p:txBody>
      </p:sp>
    </p:spTree>
    <p:extLst>
      <p:ext uri="{BB962C8B-B14F-4D97-AF65-F5344CB8AC3E}">
        <p14:creationId xmlns:p14="http://schemas.microsoft.com/office/powerpoint/2010/main" val="4171529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FB14B-13FD-63D0-B558-FA2B9FA1B8F9}"/>
              </a:ext>
            </a:extLst>
          </p:cNvPr>
          <p:cNvSpPr>
            <a:spLocks noGrp="1"/>
          </p:cNvSpPr>
          <p:nvPr>
            <p:ph type="ctrTitle"/>
          </p:nvPr>
        </p:nvSpPr>
        <p:spPr>
          <a:xfrm>
            <a:off x="1524000" y="2934586"/>
            <a:ext cx="9144000" cy="978194"/>
          </a:xfrm>
        </p:spPr>
        <p:txBody>
          <a:bodyPr/>
          <a:lstStyle/>
          <a:p>
            <a:r>
              <a:rPr lang="en-IN" dirty="0"/>
              <a:t>SORTED!</a:t>
            </a:r>
          </a:p>
        </p:txBody>
      </p:sp>
      <p:sp>
        <p:nvSpPr>
          <p:cNvPr id="3" name="Subtitle 2">
            <a:extLst>
              <a:ext uri="{FF2B5EF4-FFF2-40B4-BE49-F238E27FC236}">
                <a16:creationId xmlns:a16="http://schemas.microsoft.com/office/drawing/2014/main" id="{33DAA6DE-3B6C-1A2F-6135-52EEA7D16507}"/>
              </a:ext>
            </a:extLst>
          </p:cNvPr>
          <p:cNvSpPr>
            <a:spLocks noGrp="1"/>
          </p:cNvSpPr>
          <p:nvPr>
            <p:ph type="subTitle" idx="1"/>
          </p:nvPr>
        </p:nvSpPr>
        <p:spPr>
          <a:xfrm>
            <a:off x="1077411" y="4890977"/>
            <a:ext cx="3239387" cy="1222744"/>
          </a:xfrm>
        </p:spPr>
        <p:txBody>
          <a:bodyPr/>
          <a:lstStyle/>
          <a:p>
            <a:r>
              <a:rPr lang="en-IN" dirty="0"/>
              <a:t>Submitted By:</a:t>
            </a:r>
            <a:br>
              <a:rPr lang="en-IN" dirty="0"/>
            </a:br>
            <a:r>
              <a:rPr lang="en-IN" dirty="0"/>
              <a:t>Shreyansh Rajput</a:t>
            </a:r>
          </a:p>
          <a:p>
            <a:r>
              <a:rPr lang="en-IN" dirty="0"/>
              <a:t>2427030067</a:t>
            </a:r>
          </a:p>
        </p:txBody>
      </p:sp>
      <p:sp>
        <p:nvSpPr>
          <p:cNvPr id="4" name="Subtitle 2">
            <a:extLst>
              <a:ext uri="{FF2B5EF4-FFF2-40B4-BE49-F238E27FC236}">
                <a16:creationId xmlns:a16="http://schemas.microsoft.com/office/drawing/2014/main" id="{8265C3A1-7DE8-FF2B-D7D7-6CB2859C63C2}"/>
              </a:ext>
            </a:extLst>
          </p:cNvPr>
          <p:cNvSpPr txBox="1">
            <a:spLocks/>
          </p:cNvSpPr>
          <p:nvPr/>
        </p:nvSpPr>
        <p:spPr>
          <a:xfrm>
            <a:off x="7875203" y="4883885"/>
            <a:ext cx="3239386" cy="122274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dirty="0"/>
              <a:t>Supervised By:</a:t>
            </a:r>
            <a:br>
              <a:rPr lang="en-IN" dirty="0"/>
            </a:br>
            <a:r>
              <a:rPr lang="en-IN" dirty="0"/>
              <a:t>Dr Ridhi Arora</a:t>
            </a:r>
          </a:p>
          <a:p>
            <a:endParaRPr lang="en-IN" dirty="0"/>
          </a:p>
        </p:txBody>
      </p:sp>
      <p:pic>
        <p:nvPicPr>
          <p:cNvPr id="8" name="Picture 7" descr="A black and white text&#10;&#10;AI-generated content may be incorrect.">
            <a:extLst>
              <a:ext uri="{FF2B5EF4-FFF2-40B4-BE49-F238E27FC236}">
                <a16:creationId xmlns:a16="http://schemas.microsoft.com/office/drawing/2014/main" id="{2AD7126F-2B55-B457-37C9-C05FFDD4D2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756" y="36039"/>
            <a:ext cx="4174039" cy="1222745"/>
          </a:xfrm>
          <a:prstGeom prst="rect">
            <a:avLst/>
          </a:prstGeom>
        </p:spPr>
      </p:pic>
      <p:sp>
        <p:nvSpPr>
          <p:cNvPr id="9" name="Title 1">
            <a:extLst>
              <a:ext uri="{FF2B5EF4-FFF2-40B4-BE49-F238E27FC236}">
                <a16:creationId xmlns:a16="http://schemas.microsoft.com/office/drawing/2014/main" id="{B8466A34-BD34-5DB1-EC2B-14EE0BD5593C}"/>
              </a:ext>
            </a:extLst>
          </p:cNvPr>
          <p:cNvSpPr txBox="1">
            <a:spLocks/>
          </p:cNvSpPr>
          <p:nvPr/>
        </p:nvSpPr>
        <p:spPr>
          <a:xfrm>
            <a:off x="1527542" y="1258784"/>
            <a:ext cx="9144000" cy="1112276"/>
          </a:xfrm>
          <a:prstGeom prst="rect">
            <a:avLst/>
          </a:prstGeom>
        </p:spPr>
        <p:txBody>
          <a:bodyPr vert="horz" lIns="91440" tIns="45720" rIns="91440" bIns="45720" rtlCol="0" anchor="b">
            <a:normAutofit fontScale="9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IN" sz="2800" b="1" dirty="0"/>
              <a:t>School of Computer Science and Engineering</a:t>
            </a:r>
          </a:p>
          <a:p>
            <a:pPr>
              <a:lnSpc>
                <a:spcPct val="150000"/>
              </a:lnSpc>
            </a:pPr>
            <a:r>
              <a:rPr lang="en-IN" sz="2800" b="1" dirty="0"/>
              <a:t>Department of Computer Science and Engineering</a:t>
            </a:r>
          </a:p>
        </p:txBody>
      </p:sp>
    </p:spTree>
    <p:extLst>
      <p:ext uri="{BB962C8B-B14F-4D97-AF65-F5344CB8AC3E}">
        <p14:creationId xmlns:p14="http://schemas.microsoft.com/office/powerpoint/2010/main" val="3802374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61AEC-0C6A-CF04-A6F2-DE0426255114}"/>
              </a:ext>
            </a:extLst>
          </p:cNvPr>
          <p:cNvSpPr>
            <a:spLocks noGrp="1"/>
          </p:cNvSpPr>
          <p:nvPr>
            <p:ph type="title"/>
          </p:nvPr>
        </p:nvSpPr>
        <p:spPr/>
        <p:txBody>
          <a:bodyPr/>
          <a:lstStyle/>
          <a:p>
            <a:r>
              <a:rPr lang="en-IN" dirty="0"/>
              <a:t>Outline</a:t>
            </a:r>
          </a:p>
        </p:txBody>
      </p:sp>
      <p:sp>
        <p:nvSpPr>
          <p:cNvPr id="3" name="Content Placeholder 2">
            <a:extLst>
              <a:ext uri="{FF2B5EF4-FFF2-40B4-BE49-F238E27FC236}">
                <a16:creationId xmlns:a16="http://schemas.microsoft.com/office/drawing/2014/main" id="{8E86A8CF-2937-6FE2-6F8A-377D2DF1D643}"/>
              </a:ext>
            </a:extLst>
          </p:cNvPr>
          <p:cNvSpPr>
            <a:spLocks noGrp="1"/>
          </p:cNvSpPr>
          <p:nvPr>
            <p:ph idx="1"/>
          </p:nvPr>
        </p:nvSpPr>
        <p:spPr/>
        <p:txBody>
          <a:bodyPr/>
          <a:lstStyle/>
          <a:p>
            <a:pPr>
              <a:buFont typeface="Wingdings" panose="05000000000000000000" pitchFamily="2" charset="2"/>
              <a:buChar char="v"/>
            </a:pPr>
            <a:r>
              <a:rPr lang="en-IN" dirty="0"/>
              <a:t>Introduction</a:t>
            </a:r>
          </a:p>
          <a:p>
            <a:pPr>
              <a:buFont typeface="Wingdings" panose="05000000000000000000" pitchFamily="2" charset="2"/>
              <a:buChar char="v"/>
            </a:pPr>
            <a:r>
              <a:rPr lang="en-IN" dirty="0"/>
              <a:t>Literature Review</a:t>
            </a:r>
          </a:p>
          <a:p>
            <a:pPr>
              <a:buFont typeface="Wingdings" panose="05000000000000000000" pitchFamily="2" charset="2"/>
              <a:buChar char="v"/>
            </a:pPr>
            <a:r>
              <a:rPr lang="en-IN" dirty="0"/>
              <a:t>Problem Statement</a:t>
            </a:r>
          </a:p>
          <a:p>
            <a:pPr>
              <a:buFont typeface="Wingdings" panose="05000000000000000000" pitchFamily="2" charset="2"/>
              <a:buChar char="v"/>
            </a:pPr>
            <a:r>
              <a:rPr lang="en-IN" dirty="0"/>
              <a:t>Proposed Solution</a:t>
            </a:r>
          </a:p>
          <a:p>
            <a:pPr>
              <a:buFont typeface="Wingdings" panose="05000000000000000000" pitchFamily="2" charset="2"/>
              <a:buChar char="v"/>
            </a:pPr>
            <a:r>
              <a:rPr lang="en-IN" dirty="0"/>
              <a:t>Objectives</a:t>
            </a:r>
          </a:p>
          <a:p>
            <a:pPr>
              <a:buFont typeface="Wingdings" panose="05000000000000000000" pitchFamily="2" charset="2"/>
              <a:buChar char="v"/>
            </a:pPr>
            <a:endParaRPr lang="en-IN" dirty="0"/>
          </a:p>
        </p:txBody>
      </p:sp>
    </p:spTree>
    <p:extLst>
      <p:ext uri="{BB962C8B-B14F-4D97-AF65-F5344CB8AC3E}">
        <p14:creationId xmlns:p14="http://schemas.microsoft.com/office/powerpoint/2010/main" val="40472198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5A96B-B72E-0C72-F61B-C99183D10D26}"/>
              </a:ext>
            </a:extLst>
          </p:cNvPr>
          <p:cNvSpPr>
            <a:spLocks noGrp="1"/>
          </p:cNvSpPr>
          <p:nvPr>
            <p:ph type="title"/>
          </p:nvPr>
        </p:nvSpPr>
        <p:spPr/>
        <p:txBody>
          <a:bodyPr/>
          <a:lstStyle/>
          <a:p>
            <a:r>
              <a:rPr lang="en-IN" dirty="0"/>
              <a:t>Introduction</a:t>
            </a:r>
          </a:p>
        </p:txBody>
      </p:sp>
      <p:sp>
        <p:nvSpPr>
          <p:cNvPr id="3" name="Content Placeholder 2">
            <a:extLst>
              <a:ext uri="{FF2B5EF4-FFF2-40B4-BE49-F238E27FC236}">
                <a16:creationId xmlns:a16="http://schemas.microsoft.com/office/drawing/2014/main" id="{E031CBD1-1236-BD10-F9B4-E2675BA38ED1}"/>
              </a:ext>
            </a:extLst>
          </p:cNvPr>
          <p:cNvSpPr>
            <a:spLocks noGrp="1"/>
          </p:cNvSpPr>
          <p:nvPr>
            <p:ph idx="1"/>
          </p:nvPr>
        </p:nvSpPr>
        <p:spPr>
          <a:xfrm>
            <a:off x="838200" y="1825624"/>
            <a:ext cx="10717404" cy="5032375"/>
          </a:xfrm>
        </p:spPr>
        <p:txBody>
          <a:bodyPr>
            <a:normAutofit/>
          </a:bodyPr>
          <a:lstStyle/>
          <a:p>
            <a:pPr marL="0" indent="0">
              <a:buNone/>
            </a:pPr>
            <a:r>
              <a:rPr lang="en-US" dirty="0"/>
              <a:t>Sorting algorithms form an essential part of Data Structures &amp; Algorithms. However, students often find it difficult to understand the internal working of algorithms using only code or theoretical explanation. To address this challenge, this project introduces a Python + </a:t>
            </a:r>
            <a:r>
              <a:rPr lang="en-US" dirty="0" err="1"/>
              <a:t>Pygame</a:t>
            </a:r>
            <a:r>
              <a:rPr lang="en-US" dirty="0"/>
              <a:t> based Sorting Algorithm Visualizer that displays sorting operations through animated bars.</a:t>
            </a:r>
          </a:p>
          <a:p>
            <a:pPr marL="0" indent="0">
              <a:buNone/>
            </a:pPr>
            <a:r>
              <a:rPr lang="en-US" dirty="0"/>
              <a:t>This project also includes a gamified learning mode called “Guess the Algorithm,” where the system runs an algorithm animation and the user must identify which sorting algorithm it is. This interactive approach improves conceptual clarity, visual pattern recognition, and engagement.</a:t>
            </a:r>
            <a:endParaRPr lang="en-IN" dirty="0"/>
          </a:p>
        </p:txBody>
      </p:sp>
    </p:spTree>
    <p:extLst>
      <p:ext uri="{BB962C8B-B14F-4D97-AF65-F5344CB8AC3E}">
        <p14:creationId xmlns:p14="http://schemas.microsoft.com/office/powerpoint/2010/main" val="28789765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85647D-9B85-4135-FDC8-4412998CA206}"/>
              </a:ext>
            </a:extLst>
          </p:cNvPr>
          <p:cNvSpPr>
            <a:spLocks noGrp="1"/>
          </p:cNvSpPr>
          <p:nvPr>
            <p:ph type="title"/>
          </p:nvPr>
        </p:nvSpPr>
        <p:spPr/>
        <p:txBody>
          <a:bodyPr/>
          <a:lstStyle/>
          <a:p>
            <a:r>
              <a:rPr lang="en-IN" dirty="0"/>
              <a:t>Literature Review</a:t>
            </a:r>
          </a:p>
        </p:txBody>
      </p:sp>
      <p:sp>
        <p:nvSpPr>
          <p:cNvPr id="3" name="Content Placeholder 2">
            <a:extLst>
              <a:ext uri="{FF2B5EF4-FFF2-40B4-BE49-F238E27FC236}">
                <a16:creationId xmlns:a16="http://schemas.microsoft.com/office/drawing/2014/main" id="{7485F665-7E3B-0A75-0EE5-8FA0D35D261D}"/>
              </a:ext>
            </a:extLst>
          </p:cNvPr>
          <p:cNvSpPr>
            <a:spLocks noGrp="1"/>
          </p:cNvSpPr>
          <p:nvPr>
            <p:ph idx="1"/>
          </p:nvPr>
        </p:nvSpPr>
        <p:spPr/>
        <p:txBody>
          <a:bodyPr>
            <a:normAutofit/>
          </a:bodyPr>
          <a:lstStyle/>
          <a:p>
            <a:pPr marL="514350" indent="-514350">
              <a:buAutoNum type="arabicPeriod"/>
            </a:pPr>
            <a:r>
              <a:rPr lang="en-IN" dirty="0" err="1"/>
              <a:t>VisuAlgo</a:t>
            </a:r>
            <a:r>
              <a:rPr lang="en-IN" dirty="0"/>
              <a:t> (2013, NTU Singapore): Excellent visualization platform Lacks gamification</a:t>
            </a:r>
          </a:p>
          <a:p>
            <a:pPr marL="514350" indent="-514350">
              <a:buAutoNum type="arabicPeriod"/>
            </a:pPr>
            <a:r>
              <a:rPr lang="en-IN" dirty="0"/>
              <a:t> CS50 Sorting Visualizer: Good for teaching fundamentals but no interactive learning or guess-based features</a:t>
            </a:r>
          </a:p>
          <a:p>
            <a:pPr marL="514350" indent="-514350">
              <a:buAutoNum type="arabicPeriod"/>
            </a:pPr>
            <a:r>
              <a:rPr lang="en-IN" dirty="0"/>
              <a:t>Algorithm Visualizer (Open Source): Supports many algorithms but Does not evaluate user understanding</a:t>
            </a:r>
          </a:p>
        </p:txBody>
      </p:sp>
    </p:spTree>
    <p:extLst>
      <p:ext uri="{BB962C8B-B14F-4D97-AF65-F5344CB8AC3E}">
        <p14:creationId xmlns:p14="http://schemas.microsoft.com/office/powerpoint/2010/main" val="3103081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9E77DEE-34C0-BC61-41EA-4C03F37FD3B2}"/>
              </a:ext>
            </a:extLst>
          </p:cNvPr>
          <p:cNvSpPr>
            <a:spLocks noGrp="1"/>
          </p:cNvSpPr>
          <p:nvPr>
            <p:ph idx="1"/>
          </p:nvPr>
        </p:nvSpPr>
        <p:spPr/>
        <p:txBody>
          <a:bodyPr/>
          <a:lstStyle/>
          <a:p>
            <a:pPr marL="0" indent="0">
              <a:buNone/>
            </a:pPr>
            <a:r>
              <a:rPr lang="en-US" dirty="0"/>
              <a:t>4. IEEE Paper on Gamification in Computer Science Education (2020), Gamification improves retention by 28–40% also enhances student engagement</a:t>
            </a:r>
          </a:p>
          <a:p>
            <a:pPr marL="0" indent="0">
              <a:buNone/>
            </a:pPr>
            <a:r>
              <a:rPr lang="en-US" dirty="0"/>
              <a:t>5. ACM Study on Visual Learning (2019) Visual tools increase comprehension significantly but Notes lack of interactive algorithm explorers</a:t>
            </a:r>
          </a:p>
        </p:txBody>
      </p:sp>
    </p:spTree>
    <p:extLst>
      <p:ext uri="{BB962C8B-B14F-4D97-AF65-F5344CB8AC3E}">
        <p14:creationId xmlns:p14="http://schemas.microsoft.com/office/powerpoint/2010/main" val="29597352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A1533-4BE1-DF5E-D485-BD167C2BD85D}"/>
              </a:ext>
            </a:extLst>
          </p:cNvPr>
          <p:cNvSpPr>
            <a:spLocks noGrp="1"/>
          </p:cNvSpPr>
          <p:nvPr>
            <p:ph type="title"/>
          </p:nvPr>
        </p:nvSpPr>
        <p:spPr/>
        <p:txBody>
          <a:bodyPr/>
          <a:lstStyle/>
          <a:p>
            <a:r>
              <a:rPr lang="en-IN" dirty="0"/>
              <a:t>Problem Statement</a:t>
            </a:r>
          </a:p>
        </p:txBody>
      </p:sp>
      <p:sp>
        <p:nvSpPr>
          <p:cNvPr id="3" name="Content Placeholder 2">
            <a:extLst>
              <a:ext uri="{FF2B5EF4-FFF2-40B4-BE49-F238E27FC236}">
                <a16:creationId xmlns:a16="http://schemas.microsoft.com/office/drawing/2014/main" id="{CB024CC5-00AF-876C-F7CA-146754384CB0}"/>
              </a:ext>
            </a:extLst>
          </p:cNvPr>
          <p:cNvSpPr>
            <a:spLocks noGrp="1"/>
          </p:cNvSpPr>
          <p:nvPr>
            <p:ph idx="1"/>
          </p:nvPr>
        </p:nvSpPr>
        <p:spPr/>
        <p:txBody>
          <a:bodyPr/>
          <a:lstStyle/>
          <a:p>
            <a:pPr marL="0" indent="0">
              <a:buNone/>
            </a:pPr>
            <a:r>
              <a:rPr lang="en-US" dirty="0"/>
              <a:t>“Students struggle to intuitively understand sorting algorithms using traditional static or non-interactive methods.”</a:t>
            </a:r>
            <a:endParaRPr lang="en-IN" dirty="0"/>
          </a:p>
        </p:txBody>
      </p:sp>
    </p:spTree>
    <p:extLst>
      <p:ext uri="{BB962C8B-B14F-4D97-AF65-F5344CB8AC3E}">
        <p14:creationId xmlns:p14="http://schemas.microsoft.com/office/powerpoint/2010/main" val="23747078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C2C796-D371-7EE6-056A-4956DC25840D}"/>
              </a:ext>
            </a:extLst>
          </p:cNvPr>
          <p:cNvSpPr>
            <a:spLocks noGrp="1"/>
          </p:cNvSpPr>
          <p:nvPr>
            <p:ph type="title"/>
          </p:nvPr>
        </p:nvSpPr>
        <p:spPr/>
        <p:txBody>
          <a:bodyPr/>
          <a:lstStyle/>
          <a:p>
            <a:r>
              <a:rPr lang="en-IN" dirty="0"/>
              <a:t>Proposed Solution</a:t>
            </a:r>
          </a:p>
        </p:txBody>
      </p:sp>
      <p:sp>
        <p:nvSpPr>
          <p:cNvPr id="3" name="Content Placeholder 2">
            <a:extLst>
              <a:ext uri="{FF2B5EF4-FFF2-40B4-BE49-F238E27FC236}">
                <a16:creationId xmlns:a16="http://schemas.microsoft.com/office/drawing/2014/main" id="{F7E7EF98-E6AD-70D5-2BE9-3A859F15DFF4}"/>
              </a:ext>
            </a:extLst>
          </p:cNvPr>
          <p:cNvSpPr>
            <a:spLocks noGrp="1"/>
          </p:cNvSpPr>
          <p:nvPr>
            <p:ph idx="1"/>
          </p:nvPr>
        </p:nvSpPr>
        <p:spPr/>
        <p:txBody>
          <a:bodyPr/>
          <a:lstStyle/>
          <a:p>
            <a:pPr marL="0" indent="0" algn="just">
              <a:buNone/>
            </a:pPr>
            <a:r>
              <a:rPr lang="en-IN" dirty="0"/>
              <a:t>A </a:t>
            </a:r>
            <a:r>
              <a:rPr lang="en-IN" dirty="0" err="1"/>
              <a:t>Pygame</a:t>
            </a:r>
            <a:r>
              <a:rPr lang="en-IN" dirty="0"/>
              <a:t> based desktop application that: Animates six sorting algorithms Shows comparisons, swaps, pivots, merges, etc. Includes color-coded visualization Provides a “Guess-the-Algorithm” game with scoring Runs completely offline</a:t>
            </a:r>
          </a:p>
        </p:txBody>
      </p:sp>
    </p:spTree>
    <p:extLst>
      <p:ext uri="{BB962C8B-B14F-4D97-AF65-F5344CB8AC3E}">
        <p14:creationId xmlns:p14="http://schemas.microsoft.com/office/powerpoint/2010/main" val="10777248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diagram of a computer&#10;&#10;AI-generated content may be incorrect.">
            <a:extLst>
              <a:ext uri="{FF2B5EF4-FFF2-40B4-BE49-F238E27FC236}">
                <a16:creationId xmlns:a16="http://schemas.microsoft.com/office/drawing/2014/main" id="{3E69751B-0B05-10AE-ADC3-0AC806BE3B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9175" y="977606"/>
            <a:ext cx="11922825" cy="5702221"/>
          </a:xfrm>
          <a:prstGeom prst="rect">
            <a:avLst/>
          </a:prstGeom>
        </p:spPr>
      </p:pic>
      <p:sp>
        <p:nvSpPr>
          <p:cNvPr id="3" name="Content Placeholder 2">
            <a:extLst>
              <a:ext uri="{FF2B5EF4-FFF2-40B4-BE49-F238E27FC236}">
                <a16:creationId xmlns:a16="http://schemas.microsoft.com/office/drawing/2014/main" id="{7573733B-C3EF-76D7-2A6C-9A3547D7FC8F}"/>
              </a:ext>
            </a:extLst>
          </p:cNvPr>
          <p:cNvSpPr>
            <a:spLocks noGrp="1"/>
          </p:cNvSpPr>
          <p:nvPr>
            <p:ph idx="1"/>
          </p:nvPr>
        </p:nvSpPr>
        <p:spPr>
          <a:xfrm>
            <a:off x="838200" y="1825625"/>
            <a:ext cx="101400434" cy="21362200"/>
          </a:xfrm>
        </p:spPr>
        <p:txBody>
          <a:bodyPr/>
          <a:lstStyle/>
          <a:p>
            <a:r>
              <a:rPr lang="en-US" dirty="0"/>
              <a:t>Flow Chart:</a:t>
            </a:r>
          </a:p>
          <a:p>
            <a:pPr marL="0" indent="0">
              <a:buNone/>
            </a:pPr>
            <a:endParaRPr lang="en-US" dirty="0"/>
          </a:p>
        </p:txBody>
      </p:sp>
      <p:sp>
        <p:nvSpPr>
          <p:cNvPr id="4" name="AutoShape 2">
            <a:extLst>
              <a:ext uri="{FF2B5EF4-FFF2-40B4-BE49-F238E27FC236}">
                <a16:creationId xmlns:a16="http://schemas.microsoft.com/office/drawing/2014/main" id="{E8D3CF20-A3CF-BB86-3A3E-6404A6718BEE}"/>
              </a:ext>
            </a:extLst>
          </p:cNvPr>
          <p:cNvSpPr>
            <a:spLocks noChangeAspect="1" noChangeArrowheads="1"/>
          </p:cNvSpPr>
          <p:nvPr/>
        </p:nvSpPr>
        <p:spPr bwMode="auto">
          <a:xfrm>
            <a:off x="5943599" y="3276599"/>
            <a:ext cx="2939143" cy="293914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4259734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66CBD-FC59-BE59-2070-B5315E2C8921}"/>
              </a:ext>
            </a:extLst>
          </p:cNvPr>
          <p:cNvSpPr>
            <a:spLocks noGrp="1"/>
          </p:cNvSpPr>
          <p:nvPr>
            <p:ph type="title"/>
          </p:nvPr>
        </p:nvSpPr>
        <p:spPr/>
        <p:txBody>
          <a:bodyPr/>
          <a:lstStyle/>
          <a:p>
            <a:r>
              <a:rPr lang="en-IN" dirty="0"/>
              <a:t>Objectives</a:t>
            </a:r>
          </a:p>
        </p:txBody>
      </p:sp>
      <p:sp>
        <p:nvSpPr>
          <p:cNvPr id="3" name="Content Placeholder 2">
            <a:extLst>
              <a:ext uri="{FF2B5EF4-FFF2-40B4-BE49-F238E27FC236}">
                <a16:creationId xmlns:a16="http://schemas.microsoft.com/office/drawing/2014/main" id="{CE3E25AA-71BA-D0F6-3993-32491BD06DD7}"/>
              </a:ext>
            </a:extLst>
          </p:cNvPr>
          <p:cNvSpPr>
            <a:spLocks noGrp="1"/>
          </p:cNvSpPr>
          <p:nvPr>
            <p:ph idx="1"/>
          </p:nvPr>
        </p:nvSpPr>
        <p:spPr/>
        <p:txBody>
          <a:bodyPr/>
          <a:lstStyle/>
          <a:p>
            <a:r>
              <a:rPr lang="en-IN" dirty="0"/>
              <a:t>To visually demonstrate sorting algorithms using animated bars </a:t>
            </a:r>
          </a:p>
          <a:p>
            <a:r>
              <a:rPr lang="en-IN" dirty="0"/>
              <a:t>To enhance intuitive understanding through real-time operations</a:t>
            </a:r>
          </a:p>
          <a:p>
            <a:r>
              <a:rPr lang="en-IN" dirty="0"/>
              <a:t>To introduce gamified learning to test algorithm recognition </a:t>
            </a:r>
          </a:p>
          <a:p>
            <a:r>
              <a:rPr lang="en-IN" dirty="0"/>
              <a:t>To build a Python desktop tool that supports offline learning</a:t>
            </a:r>
          </a:p>
          <a:p>
            <a:r>
              <a:rPr lang="en-IN" dirty="0"/>
              <a:t>To support multiple algorithms: Bubble, Selection, Insertion, Merge, Quick, Heap</a:t>
            </a:r>
          </a:p>
        </p:txBody>
      </p:sp>
    </p:spTree>
    <p:extLst>
      <p:ext uri="{BB962C8B-B14F-4D97-AF65-F5344CB8AC3E}">
        <p14:creationId xmlns:p14="http://schemas.microsoft.com/office/powerpoint/2010/main" val="35470978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C5325-4A51-AE05-7BE6-440D74D0BCB6}"/>
              </a:ext>
            </a:extLst>
          </p:cNvPr>
          <p:cNvSpPr>
            <a:spLocks noGrp="1"/>
          </p:cNvSpPr>
          <p:nvPr>
            <p:ph type="title"/>
          </p:nvPr>
        </p:nvSpPr>
        <p:spPr/>
        <p:txBody>
          <a:bodyPr/>
          <a:lstStyle/>
          <a:p>
            <a:r>
              <a:rPr lang="en-IN" dirty="0"/>
              <a:t>References</a:t>
            </a:r>
          </a:p>
        </p:txBody>
      </p:sp>
      <p:sp>
        <p:nvSpPr>
          <p:cNvPr id="3" name="Content Placeholder 2">
            <a:extLst>
              <a:ext uri="{FF2B5EF4-FFF2-40B4-BE49-F238E27FC236}">
                <a16:creationId xmlns:a16="http://schemas.microsoft.com/office/drawing/2014/main" id="{A6188C38-4C0A-7C78-2FF6-39EB62252E81}"/>
              </a:ext>
            </a:extLst>
          </p:cNvPr>
          <p:cNvSpPr>
            <a:spLocks noGrp="1"/>
          </p:cNvSpPr>
          <p:nvPr>
            <p:ph idx="1"/>
          </p:nvPr>
        </p:nvSpPr>
        <p:spPr/>
        <p:txBody>
          <a:bodyPr/>
          <a:lstStyle/>
          <a:p>
            <a:pPr marL="514350" indent="-514350">
              <a:buAutoNum type="arabicPeriod"/>
            </a:pPr>
            <a:r>
              <a:rPr lang="en-IN" dirty="0" err="1"/>
              <a:t>VisuAlgo</a:t>
            </a:r>
            <a:r>
              <a:rPr lang="en-IN" dirty="0"/>
              <a:t> – Nanyang Technological University</a:t>
            </a:r>
          </a:p>
          <a:p>
            <a:pPr marL="514350" indent="-514350">
              <a:buAutoNum type="arabicPeriod"/>
            </a:pPr>
            <a:r>
              <a:rPr lang="en-IN" dirty="0"/>
              <a:t> CS50 Visual Sorting</a:t>
            </a:r>
          </a:p>
          <a:p>
            <a:pPr marL="514350" indent="-514350">
              <a:buAutoNum type="arabicPeriod"/>
            </a:pPr>
            <a:r>
              <a:rPr lang="en-IN" dirty="0"/>
              <a:t> Algorithm Visualizer (Open Source)</a:t>
            </a:r>
          </a:p>
          <a:p>
            <a:pPr marL="514350" indent="-514350">
              <a:buAutoNum type="arabicPeriod"/>
            </a:pPr>
            <a:r>
              <a:rPr lang="en-IN" dirty="0"/>
              <a:t> IEEE Gamification in Education (2020)</a:t>
            </a:r>
          </a:p>
          <a:p>
            <a:pPr marL="514350" indent="-514350">
              <a:buAutoNum type="arabicPeriod"/>
            </a:pPr>
            <a:r>
              <a:rPr lang="en-IN" dirty="0"/>
              <a:t> ACM Visual Learning Study (2019)</a:t>
            </a:r>
          </a:p>
          <a:p>
            <a:pPr marL="514350" indent="-514350">
              <a:buAutoNum type="arabicPeriod"/>
            </a:pPr>
            <a:r>
              <a:rPr lang="en-IN" dirty="0"/>
              <a:t> </a:t>
            </a:r>
            <a:r>
              <a:rPr lang="en-IN" dirty="0" err="1"/>
              <a:t>Pygame</a:t>
            </a:r>
            <a:r>
              <a:rPr lang="en-IN" dirty="0"/>
              <a:t> Documentation</a:t>
            </a:r>
          </a:p>
        </p:txBody>
      </p:sp>
    </p:spTree>
    <p:extLst>
      <p:ext uri="{BB962C8B-B14F-4D97-AF65-F5344CB8AC3E}">
        <p14:creationId xmlns:p14="http://schemas.microsoft.com/office/powerpoint/2010/main" val="27249175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7208BD6-2A31-5677-2B53-FD39A887D102}"/>
              </a:ext>
            </a:extLst>
          </p:cNvPr>
          <p:cNvSpPr>
            <a:spLocks noGrp="1"/>
          </p:cNvSpPr>
          <p:nvPr>
            <p:ph type="title"/>
          </p:nvPr>
        </p:nvSpPr>
        <p:spPr>
          <a:xfrm>
            <a:off x="838200" y="2618467"/>
            <a:ext cx="5257800" cy="1325563"/>
          </a:xfrm>
        </p:spPr>
        <p:txBody>
          <a:bodyPr/>
          <a:lstStyle/>
          <a:p>
            <a:r>
              <a:rPr lang="en-IN" dirty="0"/>
              <a:t>Thank You</a:t>
            </a:r>
          </a:p>
        </p:txBody>
      </p:sp>
    </p:spTree>
    <p:extLst>
      <p:ext uri="{BB962C8B-B14F-4D97-AF65-F5344CB8AC3E}">
        <p14:creationId xmlns:p14="http://schemas.microsoft.com/office/powerpoint/2010/main" val="23747106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80</TotalTime>
  <Words>377</Words>
  <Application>Microsoft Office PowerPoint</Application>
  <PresentationFormat>Widescreen</PresentationFormat>
  <Paragraphs>40</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Aptos</vt:lpstr>
      <vt:lpstr>Aptos Display</vt:lpstr>
      <vt:lpstr>Arial</vt:lpstr>
      <vt:lpstr>Wingdings</vt:lpstr>
      <vt:lpstr>Office Theme</vt:lpstr>
      <vt:lpstr>SORTED!</vt:lpstr>
      <vt:lpstr>Outline</vt:lpstr>
      <vt:lpstr>Introduction</vt:lpstr>
      <vt:lpstr>Literature Review</vt:lpstr>
      <vt:lpstr>PowerPoint Presentation</vt:lpstr>
      <vt:lpstr>Problem Statement</vt:lpstr>
      <vt:lpstr>Proposed Solution</vt:lpstr>
      <vt:lpstr>PowerPoint Presentation</vt:lpstr>
      <vt:lpstr>Objectives</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Akshay Jadhav [MU - Jaipur]</dc:creator>
  <cp:lastModifiedBy>Shreyansh Rajput</cp:lastModifiedBy>
  <cp:revision>2</cp:revision>
  <dcterms:created xsi:type="dcterms:W3CDTF">2025-09-29T05:03:41Z</dcterms:created>
  <dcterms:modified xsi:type="dcterms:W3CDTF">2025-11-20T04:36:18Z</dcterms:modified>
</cp:coreProperties>
</file>